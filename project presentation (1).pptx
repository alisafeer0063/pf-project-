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5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317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782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054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3/16/2025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347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772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468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805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3/16/2025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35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3/16/2025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108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486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4005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7693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85449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6721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3/16/2025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8204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395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061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5993" y="863117"/>
            <a:ext cx="7766936" cy="1646302"/>
          </a:xfrm>
        </p:spPr>
        <p:txBody>
          <a:bodyPr/>
          <a:lstStyle/>
          <a:p>
            <a:pPr algn="ctr"/>
            <a:r>
              <a:rPr lang="en-US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PROJECT:</a:t>
            </a:r>
            <a:r>
              <a:rPr lang="en-US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“PERSONAL FINANCE MANAGEMENT SYSTEM”</a:t>
            </a:r>
            <a:br>
              <a:rPr lang="en-US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24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84553" y="2417976"/>
            <a:ext cx="8120258" cy="3447247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b="1" u="sng" dirty="0"/>
              <a:t>SUBMITTED BY: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AYESHA AKRAM  </a:t>
            </a:r>
            <a:r>
              <a:rPr lang="en-US" dirty="0" smtClean="0"/>
              <a:t>     </a:t>
            </a:r>
            <a:r>
              <a:rPr lang="en-US" dirty="0"/>
              <a:t>2024-SET- 07</a:t>
            </a:r>
            <a:br>
              <a:rPr lang="en-US" dirty="0"/>
            </a:br>
            <a:r>
              <a:rPr lang="en-US" dirty="0"/>
              <a:t>ROMAAN </a:t>
            </a:r>
            <a:r>
              <a:rPr lang="en-US" dirty="0" smtClean="0"/>
              <a:t>HAFEEZ    </a:t>
            </a:r>
            <a:r>
              <a:rPr lang="en-US" dirty="0"/>
              <a:t>2024-SET-38</a:t>
            </a:r>
            <a:br>
              <a:rPr lang="en-US" dirty="0"/>
            </a:br>
            <a:r>
              <a:rPr lang="en-US" dirty="0"/>
              <a:t> </a:t>
            </a:r>
            <a:r>
              <a:rPr lang="en-US" dirty="0" smtClean="0"/>
              <a:t>ROMAN SHABIR     </a:t>
            </a:r>
            <a:r>
              <a:rPr lang="en-US" dirty="0"/>
              <a:t>2024-SET-37</a:t>
            </a:r>
            <a:br>
              <a:rPr lang="en-US" dirty="0"/>
            </a:br>
            <a:r>
              <a:rPr lang="en-US" dirty="0"/>
              <a:t>UME </a:t>
            </a:r>
            <a:r>
              <a:rPr lang="en-US" dirty="0" smtClean="0"/>
              <a:t>HABIBA          2024-SET-24</a:t>
            </a:r>
          </a:p>
          <a:p>
            <a:pPr algn="ctr">
              <a:lnSpc>
                <a:spcPct val="150000"/>
              </a:lnSpc>
            </a:pPr>
            <a:r>
              <a:rPr lang="en-US" b="1" u="sng" dirty="0"/>
              <a:t>LAB INSTRUCTOR:</a:t>
            </a:r>
            <a:r>
              <a:rPr lang="en-US" b="1" dirty="0"/>
              <a:t> </a:t>
            </a:r>
            <a:r>
              <a:rPr lang="en-US" b="1" u="sng" dirty="0"/>
              <a:t>ENGR. ZEESHAN </a:t>
            </a:r>
            <a:r>
              <a:rPr lang="en-US" b="1" u="sng" dirty="0" smtClean="0"/>
              <a:t>RASHID</a:t>
            </a:r>
            <a:endParaRPr lang="en-US" dirty="0"/>
          </a:p>
          <a:p>
            <a:pPr algn="ctr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538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5658" y="2142310"/>
            <a:ext cx="8608422" cy="1908524"/>
          </a:xfrm>
        </p:spPr>
        <p:txBody>
          <a:bodyPr/>
          <a:lstStyle/>
          <a:p>
            <a:r>
              <a:rPr lang="en-US" sz="3600" b="1" dirty="0" smtClean="0"/>
              <a:t>Title: </a:t>
            </a:r>
            <a:r>
              <a:rPr lang="en-US" sz="3600" dirty="0" smtClean="0"/>
              <a:t>Personal </a:t>
            </a:r>
            <a:r>
              <a:rPr lang="en-US" sz="3600" dirty="0"/>
              <a:t>Finance </a:t>
            </a:r>
            <a:r>
              <a:rPr lang="en-US" sz="3600" dirty="0" smtClean="0"/>
              <a:t>Manager in C</a:t>
            </a:r>
            <a:r>
              <a:rPr lang="en-US" sz="3600" dirty="0"/>
              <a:t>++</a:t>
            </a:r>
            <a:r>
              <a:rPr lang="en-US" sz="3200" dirty="0"/>
              <a:t/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 simple program to track income, expenses, and savings goals.</a:t>
            </a:r>
            <a:r>
              <a:rPr lang="en-US" dirty="0"/>
              <a:t/>
            </a:r>
            <a:br>
              <a:rPr lang="en-US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76761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Introduction: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514" y="1776549"/>
            <a:ext cx="8751488" cy="4264813"/>
          </a:xfrm>
        </p:spPr>
        <p:txBody>
          <a:bodyPr>
            <a:noAutofit/>
          </a:bodyPr>
          <a:lstStyle/>
          <a:p>
            <a:r>
              <a:rPr lang="en-US" sz="2800" dirty="0" smtClean="0"/>
              <a:t>What </a:t>
            </a:r>
            <a:r>
              <a:rPr lang="en-US" sz="2800" dirty="0"/>
              <a:t>is the program</a:t>
            </a:r>
            <a:r>
              <a:rPr lang="en-US" sz="2800" dirty="0" smtClean="0"/>
              <a:t>?</a:t>
            </a:r>
            <a:endParaRPr lang="en-US" sz="28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/>
              <a:t>     </a:t>
            </a:r>
            <a:r>
              <a:rPr lang="en-US" sz="2800" dirty="0"/>
              <a:t>A C++ program to manage personal </a:t>
            </a:r>
            <a:r>
              <a:rPr lang="en-US" sz="2800" dirty="0" smtClean="0"/>
              <a:t>finances.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/>
              <a:t>    Tracks </a:t>
            </a:r>
            <a:r>
              <a:rPr lang="en-US" sz="2800" dirty="0"/>
              <a:t>income, expenses, and savings goals.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/>
              <a:t>    Provides </a:t>
            </a:r>
            <a:r>
              <a:rPr lang="en-US" sz="2800" dirty="0"/>
              <a:t>a summary of financial activities.</a:t>
            </a:r>
          </a:p>
          <a:p>
            <a:r>
              <a:rPr lang="en-US" sz="2800" dirty="0" smtClean="0"/>
              <a:t>Why </a:t>
            </a:r>
            <a:r>
              <a:rPr lang="en-US" sz="2800" dirty="0"/>
              <a:t>is it useful</a:t>
            </a:r>
            <a:r>
              <a:rPr lang="en-US" sz="2800" dirty="0" smtClean="0"/>
              <a:t>?</a:t>
            </a:r>
            <a:endParaRPr lang="en-US" sz="28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/>
              <a:t>      </a:t>
            </a:r>
            <a:r>
              <a:rPr lang="en-US" sz="2800" dirty="0"/>
              <a:t>Helps users monitor their spending and savings.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/>
              <a:t>      Encourages </a:t>
            </a:r>
            <a:r>
              <a:rPr lang="en-US" sz="2800" dirty="0"/>
              <a:t>better financial planning.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72820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Program Features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632857"/>
            <a:ext cx="9418320" cy="4480560"/>
          </a:xfrm>
        </p:spPr>
        <p:txBody>
          <a:bodyPr/>
          <a:lstStyle/>
          <a:p>
            <a:r>
              <a:rPr lang="en-US" sz="2400" b="1" dirty="0" smtClean="0"/>
              <a:t>Key </a:t>
            </a:r>
            <a:r>
              <a:rPr lang="en-US" sz="2400" b="1" dirty="0"/>
              <a:t>Features</a:t>
            </a:r>
            <a:r>
              <a:rPr lang="en-US" sz="2400" b="1" dirty="0" smtClean="0"/>
              <a:t>:</a:t>
            </a:r>
            <a:endParaRPr lang="en-US" sz="2400" b="1" dirty="0"/>
          </a:p>
          <a:p>
            <a:r>
              <a:rPr lang="en-US" b="1" dirty="0"/>
              <a:t>  1. Add Income</a:t>
            </a:r>
            <a:r>
              <a:rPr lang="en-US" b="1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                   </a:t>
            </a:r>
            <a:r>
              <a:rPr lang="en-US" dirty="0"/>
              <a:t>Record money earned.</a:t>
            </a:r>
          </a:p>
          <a:p>
            <a:r>
              <a:rPr lang="en-US" b="1" dirty="0"/>
              <a:t>  2. Add Expense: </a:t>
            </a:r>
          </a:p>
          <a:p>
            <a:pPr marL="0" indent="0">
              <a:buNone/>
            </a:pPr>
            <a:r>
              <a:rPr lang="en-US" dirty="0" smtClean="0"/>
              <a:t>                  Record </a:t>
            </a:r>
            <a:r>
              <a:rPr lang="en-US" dirty="0"/>
              <a:t>money spent.</a:t>
            </a:r>
          </a:p>
          <a:p>
            <a:r>
              <a:rPr lang="en-US" b="1" dirty="0"/>
              <a:t> 3. Set Savings Goal</a:t>
            </a:r>
            <a:r>
              <a:rPr lang="en-US" b="1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                        </a:t>
            </a:r>
            <a:r>
              <a:rPr lang="en-US" dirty="0"/>
              <a:t>Define a target savings amount.</a:t>
            </a:r>
          </a:p>
          <a:p>
            <a:r>
              <a:rPr lang="en-US" b="1" dirty="0"/>
              <a:t>  4. Display Summary</a:t>
            </a:r>
            <a:r>
              <a:rPr lang="en-US" b="1" dirty="0" smtClean="0"/>
              <a:t>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</a:t>
            </a:r>
            <a:r>
              <a:rPr lang="en-US" dirty="0"/>
              <a:t>View total income, expenses, balance, and progress toward the savings goal.</a:t>
            </a:r>
          </a:p>
        </p:txBody>
      </p:sp>
    </p:spTree>
    <p:extLst>
      <p:ext uri="{BB962C8B-B14F-4D97-AF65-F5344CB8AC3E}">
        <p14:creationId xmlns:p14="http://schemas.microsoft.com/office/powerpoint/2010/main" val="2119486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Limitations:</a:t>
            </a:r>
            <a:br>
              <a:rPr lang="en-US" b="1" u="sng" dirty="0"/>
            </a:b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1"/>
            <a:ext cx="8949992" cy="420914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 </a:t>
            </a:r>
            <a:r>
              <a:rPr lang="en-US" sz="3200" dirty="0"/>
              <a:t>Maximum of 100 entries (can be expanded</a:t>
            </a:r>
            <a:r>
              <a:rPr lang="en-US" sz="3200" dirty="0" smtClean="0"/>
              <a:t>).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  </a:t>
            </a:r>
            <a:r>
              <a:rPr lang="en-US" sz="3200" dirty="0" smtClean="0"/>
              <a:t> </a:t>
            </a:r>
            <a:r>
              <a:rPr lang="en-US" sz="3200" dirty="0"/>
              <a:t>Basic command-line interface.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63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91589"/>
            <a:ext cx="8596668" cy="1320800"/>
          </a:xfrm>
        </p:spPr>
        <p:txBody>
          <a:bodyPr/>
          <a:lstStyle/>
          <a:p>
            <a:pPr algn="ctr"/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 </a:t>
            </a:r>
            <a:r>
              <a:rPr 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</a:t>
            </a: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7" y="940527"/>
            <a:ext cx="9196250" cy="5786844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 </a:t>
            </a: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Components</a:t>
            </a:r>
            <a:r>
              <a:rPr 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marL="0" indent="0">
              <a:buNone/>
            </a:pPr>
            <a:r>
              <a:rPr lang="en-US" b="1" u="sng" dirty="0"/>
              <a:t>Code </a:t>
            </a:r>
            <a:r>
              <a:rPr lang="en-US" b="1" u="sng" dirty="0" smtClean="0"/>
              <a:t>Organization: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sz="2000" dirty="0" smtClean="0"/>
              <a:t>Modular </a:t>
            </a:r>
            <a:r>
              <a:rPr lang="en-US" sz="2000" dirty="0"/>
              <a:t>structure with separate functions for each feature.</a:t>
            </a:r>
            <a:endParaRPr lang="en-US" sz="2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400" b="1" dirty="0"/>
              <a:t>  1. </a:t>
            </a:r>
            <a:r>
              <a:rPr lang="en-US" sz="2400" b="1" u="sng" dirty="0" err="1" smtClean="0"/>
              <a:t>FinanceEntry</a:t>
            </a:r>
            <a:r>
              <a:rPr lang="en-US" sz="2400" b="1" u="sng" dirty="0" smtClean="0"/>
              <a:t> </a:t>
            </a:r>
            <a:r>
              <a:rPr lang="en-US" sz="2400" b="1" u="sng" dirty="0" err="1"/>
              <a:t>Struct</a:t>
            </a:r>
            <a:r>
              <a:rPr lang="en-US" sz="2400" b="1" u="sng" dirty="0"/>
              <a:t>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    </a:t>
            </a:r>
            <a:r>
              <a:rPr lang="en-US" dirty="0" smtClean="0"/>
              <a:t>Stores </a:t>
            </a:r>
            <a:r>
              <a:rPr lang="en-US" dirty="0"/>
              <a:t>date, category, amount, and type (income/expense</a:t>
            </a:r>
            <a:r>
              <a:rPr lang="en-US" dirty="0" smtClean="0"/>
              <a:t>).</a:t>
            </a:r>
            <a:endParaRPr lang="en-US" dirty="0"/>
          </a:p>
          <a:p>
            <a:r>
              <a:rPr lang="en-US" dirty="0"/>
              <a:t> </a:t>
            </a:r>
            <a:r>
              <a:rPr lang="en-US" sz="2000" b="1" dirty="0"/>
              <a:t> </a:t>
            </a:r>
            <a:r>
              <a:rPr lang="en-US" sz="2000" b="1" u="sng" dirty="0"/>
              <a:t>2. Global Variables: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 smtClean="0"/>
              <a:t>entries[MAX_ENTRIES]: </a:t>
            </a:r>
            <a:r>
              <a:rPr lang="en-US" dirty="0"/>
              <a:t>Array to store financial entries.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 err="1" smtClean="0"/>
              <a:t>entryCount</a:t>
            </a:r>
            <a:r>
              <a:rPr lang="en-US" b="1" dirty="0" smtClean="0"/>
              <a:t>: </a:t>
            </a:r>
            <a:r>
              <a:rPr lang="en-US" dirty="0"/>
              <a:t>Tracks the number of entries.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    </a:t>
            </a:r>
            <a:r>
              <a:rPr lang="en-US" b="1" dirty="0" err="1" smtClean="0"/>
              <a:t>savingsGoal</a:t>
            </a:r>
            <a:r>
              <a:rPr lang="en-US" b="1" dirty="0" smtClean="0"/>
              <a:t>: </a:t>
            </a:r>
            <a:r>
              <a:rPr lang="en-US" dirty="0"/>
              <a:t>Stores the user's savings target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sz="2000" b="1" u="sng" dirty="0"/>
              <a:t>  </a:t>
            </a:r>
            <a:r>
              <a:rPr lang="en-US" sz="2000" b="1" u="sng" dirty="0" smtClean="0"/>
              <a:t>3. </a:t>
            </a:r>
            <a:r>
              <a:rPr lang="en-US" sz="2000" b="1" u="sng" dirty="0"/>
              <a:t>Functions: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 err="1" smtClean="0"/>
              <a:t>calculateBalance</a:t>
            </a:r>
            <a:r>
              <a:rPr lang="en-US" b="1" dirty="0" smtClean="0"/>
              <a:t>(): </a:t>
            </a:r>
            <a:r>
              <a:rPr lang="en-US" dirty="0"/>
              <a:t>Computes the current balance.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 err="1" smtClean="0"/>
              <a:t>addEntry</a:t>
            </a:r>
            <a:r>
              <a:rPr lang="en-US" b="1" dirty="0" smtClean="0"/>
              <a:t>(bool </a:t>
            </a:r>
            <a:r>
              <a:rPr lang="en-US" b="1" dirty="0" err="1"/>
              <a:t>isIncome</a:t>
            </a:r>
            <a:r>
              <a:rPr lang="en-US" b="1" dirty="0" smtClean="0"/>
              <a:t>): </a:t>
            </a:r>
            <a:r>
              <a:rPr lang="en-US" dirty="0"/>
              <a:t>Adds a new income or expense.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 err="1" smtClean="0"/>
              <a:t>setSavingsGoal</a:t>
            </a:r>
            <a:r>
              <a:rPr lang="en-US" b="1" dirty="0" smtClean="0"/>
              <a:t>(): </a:t>
            </a:r>
            <a:r>
              <a:rPr lang="en-US" dirty="0"/>
              <a:t>Sets the savings goal.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 err="1" smtClean="0"/>
              <a:t>displaySummary</a:t>
            </a:r>
            <a:r>
              <a:rPr lang="en-US" b="1" dirty="0" smtClean="0"/>
              <a:t>(): </a:t>
            </a:r>
            <a:r>
              <a:rPr lang="en-US" dirty="0"/>
              <a:t>Displays a summary of finances.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629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39337"/>
            <a:ext cx="8596668" cy="1320800"/>
          </a:xfrm>
        </p:spPr>
        <p:txBody>
          <a:bodyPr/>
          <a:lstStyle/>
          <a:p>
            <a:pPr algn="ctr"/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Functions</a:t>
            </a:r>
            <a:b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389" y="1097281"/>
            <a:ext cx="9065622" cy="5264330"/>
          </a:xfrm>
        </p:spPr>
        <p:txBody>
          <a:bodyPr>
            <a:noAutofit/>
          </a:bodyPr>
          <a:lstStyle/>
          <a:p>
            <a:r>
              <a:rPr lang="en-US" sz="2000" b="1" dirty="0" err="1" smtClean="0"/>
              <a:t>calculateBalance</a:t>
            </a:r>
            <a:r>
              <a:rPr lang="en-US" sz="2000" b="1" dirty="0" smtClean="0"/>
              <a:t>():</a:t>
            </a:r>
            <a:endParaRPr lang="en-US" sz="2000" b="1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 - Iterates through all entries.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 - Adds income and subtracts expenses to compute the balance.</a:t>
            </a:r>
          </a:p>
          <a:p>
            <a:r>
              <a:rPr lang="en-US" sz="2000" b="1" dirty="0" err="1" smtClean="0"/>
              <a:t>addEntry</a:t>
            </a:r>
            <a:r>
              <a:rPr lang="en-US" sz="2000" b="1" dirty="0" smtClean="0"/>
              <a:t>(bool </a:t>
            </a:r>
            <a:r>
              <a:rPr lang="en-US" sz="2000" b="1" dirty="0" err="1"/>
              <a:t>isIncome</a:t>
            </a:r>
            <a:r>
              <a:rPr lang="en-US" sz="2000" b="1" dirty="0" smtClean="0"/>
              <a:t>):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 </a:t>
            </a:r>
            <a:r>
              <a:rPr lang="en-US" dirty="0"/>
              <a:t>- Prompts the user for date, category, and amount.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 - Adds the entry to the `entries` array</a:t>
            </a:r>
            <a:r>
              <a:rPr lang="en-US" sz="2000" dirty="0" smtClean="0"/>
              <a:t>.</a:t>
            </a:r>
          </a:p>
          <a:p>
            <a:r>
              <a:rPr lang="en-US" sz="2000" b="1" u="sng" dirty="0" smtClean="0"/>
              <a:t>Set </a:t>
            </a:r>
            <a:r>
              <a:rPr lang="en-US" sz="2000" b="1" u="sng" dirty="0"/>
              <a:t>Savings Goal</a:t>
            </a:r>
            <a:r>
              <a:rPr lang="en-US" sz="2000" b="1" u="sng" dirty="0" smtClean="0"/>
              <a:t>:</a:t>
            </a:r>
            <a:endParaRPr lang="en-US" sz="2000" b="1" u="sng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   </a:t>
            </a:r>
            <a:r>
              <a:rPr lang="en-US" sz="2000" dirty="0"/>
              <a:t>- User input for savings goal amount.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    - Stores goal amount in a global variable</a:t>
            </a:r>
            <a:endParaRPr lang="en-US" sz="2400" dirty="0"/>
          </a:p>
          <a:p>
            <a:r>
              <a:rPr lang="en-US" sz="2000" b="1" u="sng" dirty="0" err="1" smtClean="0"/>
              <a:t>displaySummary</a:t>
            </a:r>
            <a:r>
              <a:rPr lang="en-US" sz="2000" b="1" u="sng" dirty="0" smtClean="0"/>
              <a:t>():</a:t>
            </a:r>
            <a:endParaRPr lang="en-US" sz="2000" b="1" u="sng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 - Displays all entries with their type (income/expense).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 - Shows total income, total expenses, balance, and progress toward the savings goal.</a:t>
            </a:r>
          </a:p>
          <a:p>
            <a:pPr marL="0" indent="0">
              <a:buNone/>
            </a:pPr>
            <a:r>
              <a:rPr lang="en-US" sz="2000" dirty="0"/>
              <a:t> 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36080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Code Snippets Slide</a:t>
            </a:r>
            <a:br>
              <a:rPr lang="en-US" b="1" u="sng" dirty="0"/>
            </a:b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38301"/>
            <a:ext cx="8740602" cy="4403062"/>
          </a:xfrm>
        </p:spPr>
        <p:txBody>
          <a:bodyPr>
            <a:normAutofit/>
          </a:bodyPr>
          <a:lstStyle/>
          <a:p>
            <a:r>
              <a:rPr lang="en-US" sz="2400" b="1" u="sng" dirty="0" smtClean="0"/>
              <a:t>Selected </a:t>
            </a:r>
            <a:r>
              <a:rPr lang="en-US" sz="2400" b="1" u="sng" dirty="0"/>
              <a:t>Code Snippets</a:t>
            </a:r>
            <a:r>
              <a:rPr lang="en-US" sz="2400" b="1" u="sng" dirty="0" smtClean="0"/>
              <a:t>:</a:t>
            </a:r>
            <a:endParaRPr lang="en-US" sz="2400" b="1" u="sng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err="1" smtClean="0"/>
              <a:t>calculateBalance</a:t>
            </a:r>
            <a:r>
              <a:rPr lang="en-US" sz="2400" dirty="0" smtClean="0"/>
              <a:t>() </a:t>
            </a:r>
            <a:r>
              <a:rPr lang="en-US" sz="2400" dirty="0"/>
              <a:t>function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err="1" smtClean="0"/>
              <a:t>addEntry</a:t>
            </a:r>
            <a:r>
              <a:rPr lang="en-US" sz="2400" dirty="0" smtClean="0"/>
              <a:t>() </a:t>
            </a:r>
            <a:r>
              <a:rPr lang="en-US" sz="2400" dirty="0"/>
              <a:t>function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err="1" smtClean="0"/>
              <a:t>displaySummary</a:t>
            </a:r>
            <a:r>
              <a:rPr lang="en-US" sz="2400" dirty="0" smtClean="0"/>
              <a:t>() </a:t>
            </a:r>
            <a:r>
              <a:rPr lang="en-US" sz="2400" dirty="0"/>
              <a:t>function</a:t>
            </a:r>
          </a:p>
          <a:p>
            <a:r>
              <a:rPr lang="en-US" sz="2400" b="1" dirty="0" smtClean="0"/>
              <a:t>Code: </a:t>
            </a:r>
            <a:r>
              <a:rPr lang="en-US" sz="2400" dirty="0"/>
              <a:t>The actual code snippets for each function.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19079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934" y="304800"/>
            <a:ext cx="8596668" cy="1320800"/>
          </a:xfrm>
        </p:spPr>
        <p:txBody>
          <a:bodyPr/>
          <a:lstStyle/>
          <a:p>
            <a:pPr algn="ctr"/>
            <a:r>
              <a:rPr 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Demonstration</a:t>
            </a: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700" y="1168400"/>
            <a:ext cx="9144000" cy="5181599"/>
          </a:xfrm>
        </p:spPr>
        <p:txBody>
          <a:bodyPr>
            <a:normAutofit/>
          </a:bodyPr>
          <a:lstStyle/>
          <a:p>
            <a:r>
              <a:rPr lang="en-US" b="1" u="sng" dirty="0" smtClean="0"/>
              <a:t>Step-by-Step </a:t>
            </a:r>
            <a:r>
              <a:rPr lang="en-US" b="1" u="sng" dirty="0"/>
              <a:t>Example</a:t>
            </a:r>
            <a:r>
              <a:rPr lang="en-US" b="1" u="sng" dirty="0" smtClean="0"/>
              <a:t>:</a:t>
            </a:r>
            <a:endParaRPr lang="en-US" b="1" u="sng" dirty="0"/>
          </a:p>
          <a:p>
            <a:pPr>
              <a:buFont typeface="+mj-lt"/>
              <a:buAutoNum type="arabicPeriod"/>
            </a:pPr>
            <a:r>
              <a:rPr lang="en-US" dirty="0"/>
              <a:t>    1. Run the program and select "Add Income".</a:t>
            </a:r>
          </a:p>
          <a:p>
            <a:pPr>
              <a:buFont typeface="+mj-lt"/>
              <a:buAutoNum type="arabicPeriod"/>
            </a:pPr>
            <a:r>
              <a:rPr lang="en-US" dirty="0"/>
              <a:t>    2. Enter date, category, and amount.</a:t>
            </a:r>
          </a:p>
          <a:p>
            <a:pPr>
              <a:buFont typeface="+mj-lt"/>
              <a:buAutoNum type="arabicPeriod"/>
            </a:pPr>
            <a:r>
              <a:rPr lang="en-US" dirty="0"/>
              <a:t>    3. Select "Display Summary" to view the updated financial summary.</a:t>
            </a:r>
          </a:p>
          <a:p>
            <a:pPr>
              <a:buFont typeface="+mj-lt"/>
              <a:buAutoNum type="arabicPeriod"/>
            </a:pPr>
            <a:endParaRPr lang="en-US" dirty="0" smtClean="0"/>
          </a:p>
          <a:p>
            <a:r>
              <a:rPr lang="en-US" sz="2000" b="1" dirty="0" smtClean="0"/>
              <a:t>Example </a:t>
            </a:r>
            <a:r>
              <a:rPr lang="en-US" sz="2000" b="1" dirty="0"/>
              <a:t>Output</a:t>
            </a:r>
            <a:r>
              <a:rPr lang="en-US" sz="2000" b="1" dirty="0" smtClean="0"/>
              <a:t>:</a:t>
            </a:r>
            <a:endParaRPr lang="en-US" sz="2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275" y="2778124"/>
            <a:ext cx="3248025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024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Improvements and Future Work</a:t>
            </a:r>
            <a:br>
              <a:rPr lang="en-US" b="1" u="sng" dirty="0"/>
            </a:b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900" y="1638301"/>
            <a:ext cx="9156700" cy="4876800"/>
          </a:xfrm>
        </p:spPr>
        <p:txBody>
          <a:bodyPr>
            <a:normAutofit/>
          </a:bodyPr>
          <a:lstStyle/>
          <a:p>
            <a:r>
              <a:rPr lang="en-US" sz="2400" b="1" u="sng" dirty="0" smtClean="0"/>
              <a:t>Possible </a:t>
            </a:r>
            <a:r>
              <a:rPr lang="en-US" sz="2400" b="1" u="sng" dirty="0"/>
              <a:t>Enhancements</a:t>
            </a:r>
            <a:r>
              <a:rPr lang="en-US" sz="2400" b="1" u="sng" dirty="0" smtClean="0"/>
              <a:t>:</a:t>
            </a:r>
            <a:endParaRPr lang="en-US" sz="2400" b="1" u="sng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  - Add data persistence (save entries to a file).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  - Support for editing or deleting entries.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  - Graphical user interface (GUI).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  - Categorize expenses (e.g., food, transportation).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  - Generate reports or charts.</a:t>
            </a:r>
          </a:p>
          <a:p>
            <a:r>
              <a:rPr lang="en-US" sz="2400" b="1" u="sng" dirty="0" smtClean="0"/>
              <a:t>Scalability: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 smtClean="0"/>
              <a:t>  </a:t>
            </a:r>
            <a:r>
              <a:rPr lang="en-US" sz="2000" dirty="0"/>
              <a:t>- Use dynamic data structures (e.g., </a:t>
            </a:r>
            <a:r>
              <a:rPr lang="en-US" sz="2000" dirty="0" err="1" smtClean="0"/>
              <a:t>std</a:t>
            </a:r>
            <a:r>
              <a:rPr lang="en-US" sz="2000" dirty="0"/>
              <a:t>::</a:t>
            </a:r>
            <a:r>
              <a:rPr lang="en-US" sz="2000" dirty="0" smtClean="0"/>
              <a:t>vector) </a:t>
            </a:r>
            <a:r>
              <a:rPr lang="en-US" sz="2000" dirty="0"/>
              <a:t>to handle more entries.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75835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  <a:b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u="sng" dirty="0" smtClean="0"/>
              <a:t>Summary:</a:t>
            </a:r>
            <a:endParaRPr lang="en-US" sz="2800" b="1" u="sng" dirty="0"/>
          </a:p>
          <a:p>
            <a:r>
              <a:rPr lang="en-US" sz="2400" dirty="0"/>
              <a:t>  </a:t>
            </a:r>
            <a:r>
              <a:rPr lang="en-US" sz="2400" dirty="0" smtClean="0"/>
              <a:t> </a:t>
            </a:r>
            <a:r>
              <a:rPr lang="en-US" sz="2400" dirty="0"/>
              <a:t>The program is a simple yet effective tool for managing personal finances.</a:t>
            </a:r>
          </a:p>
          <a:p>
            <a:r>
              <a:rPr lang="en-US" sz="2400" dirty="0"/>
              <a:t>  </a:t>
            </a:r>
            <a:r>
              <a:rPr lang="en-US" sz="2400" dirty="0" smtClean="0"/>
              <a:t> </a:t>
            </a:r>
            <a:r>
              <a:rPr lang="en-US" sz="2400" dirty="0"/>
              <a:t>It demonstrates core C++ concepts like </a:t>
            </a:r>
            <a:r>
              <a:rPr lang="en-US" sz="2400" dirty="0" err="1"/>
              <a:t>structs</a:t>
            </a:r>
            <a:r>
              <a:rPr lang="en-US" sz="2400" dirty="0"/>
              <a:t>, arrays, and functions.</a:t>
            </a:r>
          </a:p>
          <a:p>
            <a:r>
              <a:rPr lang="en-US" sz="2800" b="1" u="sng" dirty="0" smtClean="0"/>
              <a:t>Call </a:t>
            </a:r>
            <a:r>
              <a:rPr lang="en-US" sz="2800" b="1" u="sng" dirty="0"/>
              <a:t>to Action</a:t>
            </a:r>
            <a:r>
              <a:rPr lang="en-US" sz="2800" b="1" u="sng" dirty="0" smtClean="0"/>
              <a:t>:</a:t>
            </a:r>
            <a:endParaRPr lang="en-US" sz="2800" b="1" u="sng" dirty="0"/>
          </a:p>
          <a:p>
            <a:r>
              <a:rPr lang="en-US" sz="2400" dirty="0"/>
              <a:t>  </a:t>
            </a:r>
            <a:r>
              <a:rPr lang="en-US" sz="2400" dirty="0" smtClean="0"/>
              <a:t> </a:t>
            </a:r>
            <a:r>
              <a:rPr lang="en-US" sz="2400" dirty="0"/>
              <a:t>Try the program and explore ways to improve it!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2822951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41</TotalTime>
  <Words>563</Words>
  <Application>Microsoft Office PowerPoint</Application>
  <PresentationFormat>Widescreen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Trebuchet MS</vt:lpstr>
      <vt:lpstr>Wingdings</vt:lpstr>
      <vt:lpstr>Wingdings 3</vt:lpstr>
      <vt:lpstr>Facet</vt:lpstr>
      <vt:lpstr>PROJECT:  “PERSONAL FINANCE MANAGEMENT SYSTEM” </vt:lpstr>
      <vt:lpstr>Title: Personal Finance Manager in C++ </vt:lpstr>
      <vt:lpstr> Introduction:</vt:lpstr>
      <vt:lpstr>Program Features </vt:lpstr>
      <vt:lpstr>Limitations: </vt:lpstr>
      <vt:lpstr>Code Structure </vt:lpstr>
      <vt:lpstr>Key Functions </vt:lpstr>
      <vt:lpstr>Code Snippets Slide </vt:lpstr>
      <vt:lpstr>Demonstration </vt:lpstr>
      <vt:lpstr>Improvements and Future Work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 Personal Finance Manager in C++ </dc:title>
  <dc:creator>ayesha qureshi</dc:creator>
  <cp:lastModifiedBy>ayesha qureshi</cp:lastModifiedBy>
  <cp:revision>10</cp:revision>
  <dcterms:created xsi:type="dcterms:W3CDTF">2025-03-16T23:49:50Z</dcterms:created>
  <dcterms:modified xsi:type="dcterms:W3CDTF">2025-03-17T04:07:36Z</dcterms:modified>
</cp:coreProperties>
</file>